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54864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맑은 고딕"/>
                <a:ea typeface="맑은 고딕"/>
              </a:rPr>
              <a:t>PlanIt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3258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1F5F9"/>
                </a:solidFill>
                <a:latin typeface="맑은 고딕"/>
                <a:ea typeface="맑은 고딕"/>
              </a:rPr>
              <a:t>할 일 + 일정 통합 웹 서비스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1F5F9"/>
                </a:solidFill>
                <a:latin typeface="맑은 고딕"/>
                <a:ea typeface="맑은 고딕"/>
              </a:rPr>
              <a:t>컴퓨터공학부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34924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  <a:ea typeface="맑은 고딕"/>
              </a:rPr>
              <a:t>202100580  이정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58978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1F5F9"/>
                </a:solidFill>
                <a:latin typeface="맑은 고딕"/>
                <a:ea typeface="맑은 고딕"/>
              </a:rPr>
              <a:t>2026-1 Web Programming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1722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1F5F9"/>
                </a:solidFill>
                <a:latin typeface="맑은 고딕"/>
                <a:ea typeface="맑은 고딕"/>
              </a:rPr>
              <a:t>기말 프로젝트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548640"/>
            <a:ext cx="8138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맑은 고딕"/>
                <a:ea typeface="맑은 고딕"/>
              </a:rPr>
              <a:t>대학생을 위한 통합 일정 관리 서비스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1051560"/>
            <a:ext cx="8138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맑은 고딕"/>
                <a:ea typeface="맑은 고딕"/>
              </a:rPr>
              <a:t>강의·미팅·시험(Event) 과 과제·보고서(Task) 를 한 화면에서.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0" y="1600200"/>
            <a:ext cx="8138160" cy="155448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86200" y="16916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D4ED8"/>
                </a:solidFill>
                <a:latin typeface="맑은 고딕"/>
                <a:ea typeface="맑은 고딕"/>
              </a:rPr>
              <a:t>🌐 서비스 URL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2011680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맑은 고딕"/>
                <a:ea typeface="맑은 고딕"/>
              </a:rPr>
              <a:t>https://client-eight-ivory-60.vercel.app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6200" y="25146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D4ED8"/>
                </a:solidFill>
                <a:latin typeface="맑은 고딕"/>
                <a:ea typeface="맑은 고딕"/>
              </a:rPr>
              <a:t>📦 GitHub Repository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86200" y="2788920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맑은 고딕"/>
                <a:ea typeface="맑은 고딕"/>
              </a:rPr>
              <a:t>https://github.com/Pionia5375/2026-1-web-programming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3383280"/>
            <a:ext cx="8138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D4ED8"/>
                </a:solidFill>
                <a:latin typeface="맑은 고딕"/>
                <a:ea typeface="맑은 고딕"/>
              </a:rPr>
              <a:t>핵심 기능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3703320"/>
            <a:ext cx="8138160" cy="12801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0F172A"/>
                </a:solidFill>
                <a:latin typeface="맑은 고딕"/>
                <a:ea typeface="맑은 고딕"/>
              </a:rPr>
              <a:t>• 이메일/비밀번호 회원가입·로그인 (bcrypt + JWT 7일)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0F172A"/>
                </a:solidFill>
                <a:latin typeface="맑은 고딕"/>
                <a:ea typeface="맑은 고딕"/>
              </a:rPr>
              <a:t>• 할 일(Task) CRUD — 마감일, 우선순위, 검색·필터, 완료 토글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0F172A"/>
                </a:solidFill>
                <a:latin typeface="맑은 고딕"/>
                <a:ea typeface="맑은 고딕"/>
              </a:rPr>
              <a:t>• 일정(Event) CRUD — 시작/종료/장소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0F172A"/>
                </a:solidFill>
                <a:latin typeface="맑은 고딕"/>
                <a:ea typeface="맑은 고딕"/>
              </a:rPr>
              <a:t>• 통합 캘린더 (월/주/일/아젠다, 한국어) + 오늘 마감·오늘 일정 대시보드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0F172A"/>
                </a:solidFill>
                <a:latin typeface="맑은 고딕"/>
                <a:ea typeface="맑은 고딕"/>
              </a:rPr>
              <a:t>• 다크 모드, 마감 1시간 전 브라우저 알림(Notification API)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5074920"/>
            <a:ext cx="8138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D4ED8"/>
                </a:solidFill>
                <a:latin typeface="맑은 고딕"/>
                <a:ea typeface="맑은 고딕"/>
              </a:rPr>
              <a:t>기술 스택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5394960"/>
            <a:ext cx="8138160" cy="1371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0F172A"/>
                </a:solidFill>
                <a:latin typeface="맑은 고딕"/>
                <a:ea typeface="맑은 고딕"/>
              </a:rPr>
              <a:t>• Frontend: React + Vite + Tailwind + react-big-calendar (Vercel 배포)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0F172A"/>
                </a:solidFill>
                <a:latin typeface="맑은 고딕"/>
                <a:ea typeface="맑은 고딕"/>
              </a:rPr>
              <a:t>• Backend: Express + Prisma + JWT + bcrypt + zod (Render Docker 배포)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0F172A"/>
                </a:solidFill>
                <a:latin typeface="맑은 고딕"/>
                <a:ea typeface="맑은 고딕"/>
              </a:rPr>
              <a:t>• Database: PostgreSQL (Neon)  /  Reverse Proxy: Nginx (gzip + SPA fallback)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0F172A"/>
                </a:solidFill>
                <a:latin typeface="맑은 고딕"/>
                <a:ea typeface="맑은 고딕"/>
              </a:rPr>
              <a:t>• Web Storage: localStorage(JWT·테마) · sessionStorage(검색·뷰) · IndexedDB(오프라인 캐시)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0F172A"/>
                </a:solidFill>
                <a:latin typeface="맑은 고딕"/>
                <a:ea typeface="맑은 고딕"/>
              </a:rPr>
              <a:t>• CI/CD: GitHub Actions (build·syntax·docker compose) + 자동 배포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607040" y="365760"/>
            <a:ext cx="1417320" cy="4572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07040" y="411480"/>
            <a:ext cx="14173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LIVE on Vercel + Render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